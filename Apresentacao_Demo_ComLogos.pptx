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Faturamento mensal (R$)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03/2026</c:v>
                  </c:pt>
                  <c:pt idx="1">
                    <c:v>04/2026</c:v>
                  </c:pt>
                  <c:pt idx="2">
                    <c:v>05/2026</c:v>
                  </c:pt>
                  <c:pt idx="3">
                    <c:v>06/2026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142300</c:v>
                </c:pt>
                <c:pt idx="1">
                  <c:v>158900</c:v>
                </c:pt>
                <c:pt idx="2">
                  <c:v>171200</c:v>
                </c:pt>
                <c:pt idx="3">
                  <c:v>187450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863840" y="-914400"/>
            <a:ext cx="2377440" cy="2377440"/>
          </a:xfrm>
          <a:prstGeom prst="roundRect">
            <a:avLst>
              <a:gd name="adj" fmla="val 13462"/>
            </a:avLst>
          </a:prstGeom>
          <a:solidFill>
            <a:srgbClr val="FAEED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1005840" y="384048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272A4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91640"/>
            <a:ext cx="1097280" cy="54864"/>
          </a:xfrm>
          <a:prstGeom prst="rect">
            <a:avLst/>
          </a:prstGeom>
          <a:solidFill>
            <a:srgbClr val="D82621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1691640"/>
            <a:ext cx="548640" cy="54864"/>
          </a:xfrm>
          <a:prstGeom prst="rect">
            <a:avLst/>
          </a:prstGeom>
          <a:solidFill>
            <a:srgbClr val="DE79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2177700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8745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Hiperideal - Quatá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02920" y="2560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Periodo: 01/06/2026 - 30/06/2026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35204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3789747"/>
            <a:ext cx="1042416" cy="23862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35240" y="352044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2" y="3750640"/>
            <a:ext cx="905256" cy="316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8686800" y="-457200"/>
            <a:ext cx="1188720" cy="1188720"/>
          </a:xfrm>
          <a:prstGeom prst="roundRect">
            <a:avLst>
              <a:gd name="adj" fmla="val 13846"/>
            </a:avLst>
          </a:prstGeom>
          <a:solidFill>
            <a:srgbClr val="FAEED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457200" y="45720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27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Visao geral de vendas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307924"/>
            <a:ext cx="722376" cy="252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1828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335959"/>
            <a:ext cx="859536" cy="19676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1051560"/>
            <a:ext cx="192024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1161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436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7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R$ 187.450,32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94360" y="19110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12,4% vs. periodo anterior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560320" y="1051560"/>
            <a:ext cx="192024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0"/>
          <p:cNvSpPr/>
          <p:nvPr/>
        </p:nvSpPr>
        <p:spPr>
          <a:xfrm>
            <a:off x="2697480" y="1161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9748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7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3.240,50 kg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2697480" y="19110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3,2% vs. periodo anterior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1051560"/>
            <a:ext cx="192024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4"/>
          <p:cNvSpPr/>
          <p:nvPr/>
        </p:nvSpPr>
        <p:spPr>
          <a:xfrm>
            <a:off x="4800600" y="1161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medio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0060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7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R$ 1.245,67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800600" y="19110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5,1% vs. periodo anterior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766560" y="1051560"/>
            <a:ext cx="192024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18"/>
          <p:cNvSpPr/>
          <p:nvPr/>
        </p:nvSpPr>
        <p:spPr>
          <a:xfrm>
            <a:off x="6903720" y="1161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ativos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90372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7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903720" y="19110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lojas a mais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8686800" y="-457200"/>
            <a:ext cx="1188720" cy="1188720"/>
          </a:xfrm>
          <a:prstGeom prst="roundRect">
            <a:avLst>
              <a:gd name="adj" fmla="val 13846"/>
            </a:avLst>
          </a:prstGeom>
          <a:solidFill>
            <a:srgbClr val="FAEED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457200" y="45720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27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Evolucao mensal do faturamento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307924"/>
            <a:ext cx="722376" cy="252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1828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335959"/>
            <a:ext cx="859536" cy="196761"/>
          </a:xfrm>
          <a:prstGeom prst="rect">
            <a:avLst/>
          </a:prstGeom>
        </p:spPr>
      </p:pic>
      <p:graphicFrame>
        <p:nvGraphicFramePr>
          <p:cNvPr id="9" name="Chart 0" descr=""/>
          <p:cNvGraphicFramePr/>
          <p:nvPr/>
        </p:nvGraphicFramePr>
        <p:xfrm>
          <a:off x="457200" y="105156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8686800" y="-457200"/>
            <a:ext cx="1188720" cy="1188720"/>
          </a:xfrm>
          <a:prstGeom prst="roundRect">
            <a:avLst>
              <a:gd name="adj" fmla="val 13846"/>
            </a:avLst>
          </a:prstGeom>
          <a:solidFill>
            <a:srgbClr val="FAEED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457200" y="45720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27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produtos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307924"/>
            <a:ext cx="722376" cy="252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1828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335959"/>
            <a:ext cx="859536" cy="196761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Produto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Valor faturado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Refrigerante Cola 2L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R$ 38.420,00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Suco de Uva 1L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R$ 27.150,50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Agua Mineral 500ml (Fardo)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R$ 21.980,00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Cerveja Pilsen Lata 350ml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R$ 19.640,80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Energetico 250ml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R$ 14.720,00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8686800" y="-457200"/>
            <a:ext cx="1188720" cy="1188720"/>
          </a:xfrm>
          <a:prstGeom prst="roundRect">
            <a:avLst>
              <a:gd name="adj" fmla="val 13846"/>
            </a:avLst>
          </a:prstGeom>
          <a:solidFill>
            <a:srgbClr val="FAEED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457200" y="45720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27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 sem venda nesta rede (3)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307924"/>
            <a:ext cx="722376" cy="252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1828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335959"/>
            <a:ext cx="859536" cy="196761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Codigo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Produto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NM-0231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Cha Gelado Pessego 1,5L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NM-0284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Isotonico Morango 500ml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NM-0309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Agua com Gas Lata 350ml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8686800" y="-457200"/>
            <a:ext cx="1188720" cy="1188720"/>
          </a:xfrm>
          <a:prstGeom prst="roundRect">
            <a:avLst>
              <a:gd name="adj" fmla="val 13846"/>
            </a:avLst>
          </a:prstGeom>
          <a:solidFill>
            <a:srgbClr val="FAEED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457200" y="45720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27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clientes da rede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307924"/>
            <a:ext cx="722376" cy="252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1828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335959"/>
            <a:ext cx="859536" cy="196761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Cliente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UF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Valor faturado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Hiperideal Boa Viagem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R$ 42.300,00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Hiperideal Caruaru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R$ 33.870,00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Hiperideal Casa Amarela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R$ 28.940,00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Hiperideal Piedade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R$ 24.610,00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Hiperideal Jaboatao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R$ 19.480,00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8686800" y="-457200"/>
            <a:ext cx="1188720" cy="1188720"/>
          </a:xfrm>
          <a:prstGeom prst="roundRect">
            <a:avLst>
              <a:gd name="adj" fmla="val 13846"/>
            </a:avLst>
          </a:prstGeom>
          <a:solidFill>
            <a:srgbClr val="FAEED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457200" y="45720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27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vs. realizado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307924"/>
            <a:ext cx="722376" cy="252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1828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335959"/>
            <a:ext cx="859536" cy="1967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do fornecedor no periodo: R$ 200.000,00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" y="1645920"/>
            <a:ext cx="7711135" cy="32004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Realizado nesta rede: R$ 187.450,32  -  94% da meta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8686800" y="-457200"/>
            <a:ext cx="1188720" cy="1188720"/>
          </a:xfrm>
          <a:prstGeom prst="roundRect">
            <a:avLst>
              <a:gd name="adj" fmla="val 13846"/>
            </a:avLst>
          </a:prstGeom>
          <a:solidFill>
            <a:srgbClr val="FAEED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457200" y="45720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27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e devolucoes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307924"/>
            <a:ext cx="722376" cy="252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1828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335959"/>
            <a:ext cx="859536" cy="19676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1051560"/>
            <a:ext cx="262128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1161288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medio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4360" y="141732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7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 dias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261360" y="1051560"/>
            <a:ext cx="262128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9"/>
          <p:cNvSpPr/>
          <p:nvPr/>
        </p:nvSpPr>
        <p:spPr>
          <a:xfrm>
            <a:off x="3398520" y="1161288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prazo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98520" y="141732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7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065520" y="1051560"/>
            <a:ext cx="262128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2"/>
          <p:cNvSpPr/>
          <p:nvPr/>
        </p:nvSpPr>
        <p:spPr>
          <a:xfrm>
            <a:off x="6202680" y="1161288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Devolucoes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202680" y="141732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7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R$ 3.210,00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8686800" y="-457200"/>
            <a:ext cx="1188720" cy="1188720"/>
          </a:xfrm>
          <a:prstGeom prst="roundRect">
            <a:avLst>
              <a:gd name="adj" fmla="val 13846"/>
            </a:avLst>
          </a:prstGeom>
          <a:solidFill>
            <a:srgbClr val="FAEED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457200" y="45720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27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Observacoes da visita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307924"/>
            <a:ext cx="722376" cy="252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1828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335959"/>
            <a:ext cx="859536" cy="19676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1097280"/>
            <a:ext cx="8229600" cy="3017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132588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da loja Boa Viagem pediu reforco de estoque de Refrigerante Cola 2L para o proximo pedido. Sugeriu testar o Isotonico Morango 500ml em ponto extra na entrada da loja.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2026-07-16T15:59:27Z</dcterms:created>
  <dcterms:modified xsi:type="dcterms:W3CDTF">2026-07-16T15:59:27Z</dcterms:modified>
</cp:coreProperties>
</file>